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wmf" ContentType="image/x-wmf"/>
  <Override PartName="/ppt/media/image2.png" ContentType="image/png"/>
  <Override PartName="/ppt/media/image3.png" ContentType="image/png"/>
  <Override PartName="/ppt/media/image4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Column 1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9.1</c:v>
                </c:pt>
                <c:pt idx="1">
                  <c:v>2.4</c:v>
                </c:pt>
                <c:pt idx="2">
                  <c:v>3.1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Column 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3.2</c:v>
                </c:pt>
                <c:pt idx="1">
                  <c:v>8.8</c:v>
                </c:pt>
                <c:pt idx="2">
                  <c:v>1.5</c:v>
                </c:pt>
                <c:pt idx="3">
                  <c:v>9.02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Column 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4.54</c:v>
                </c:pt>
                <c:pt idx="1">
                  <c:v>9.65</c:v>
                </c:pt>
                <c:pt idx="2">
                  <c:v>3.7</c:v>
                </c:pt>
                <c:pt idx="3">
                  <c:v>6.2</c:v>
                </c:pt>
              </c:numCache>
            </c:numRef>
          </c:val>
        </c:ser>
        <c:gapWidth val="100"/>
        <c:overlap val="0"/>
        <c:axId val="8462887"/>
        <c:axId val="40937315"/>
      </c:barChart>
      <c:catAx>
        <c:axId val="8462887"/>
        <c:scaling>
          <c:orientation val="minMax"/>
        </c:scaling>
        <c:delete val="0"/>
        <c:axPos val="b"/>
        <c:numFmt formatCode="[$-409]mm/dd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40937315"/>
        <c:crosses val="autoZero"/>
        <c:auto val="1"/>
        <c:lblAlgn val="ctr"/>
        <c:lblOffset val="100"/>
        <c:noMultiLvlLbl val="0"/>
      </c:catAx>
      <c:valAx>
        <c:axId val="40937315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8462887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560880"/>
            <a:ext cx="9070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A0E869-E2A5-473A-A085-52CAFBD05CF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560880"/>
            <a:ext cx="907020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51E671-74EA-4627-935E-45AC3DD4567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72720"/>
            <a:ext cx="9070200" cy="125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Grover search for 1101 marked state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5160"/>
            <a:ext cx="9070200" cy="3289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Members: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Yugandhara Sherkar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Gaurav Mohol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Ayush Agrawal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Sharad Pratap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72720"/>
            <a:ext cx="907020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Searching the marked Quantum State ∣1101⟩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Given a 4-qubit search space containing 2^4=16 possible quantum basis states.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objective is to search the marked state ∣1101⟩ using Grover's quantum search algorithm.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Classical search requires checking elements one by one.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Average classical complexity: O(N)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Grover's algorithm performs search in O(N) oracle queries.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85200"/>
            <a:ext cx="907020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Grover's Algorithm?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Grover's algorithm is a quantum search algorithm for finding a marked item inside an unstructured database.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It consists of two main operations: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Source Code Pro"/>
              <a:buChar char="▶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Oracle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Source Code Pro"/>
              <a:buChar char="▶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Diffusion Operator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Repeated application amplifies the amplitude of the marked state.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Initail state ∣0000⟩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After Hadamard gates</a:t>
            </a:r>
            <a:br>
              <a:rPr sz="1600"/>
            </a:br>
            <a:br>
              <a:rPr sz="1600"/>
            </a:b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Every basis state initially has equal probability.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2161080" y="3769920"/>
            <a:ext cx="663480" cy="41076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62880"/>
            <a:ext cx="9070200" cy="67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Algorithm Steps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0000" lnSpcReduction="19999"/>
          </a:bodyPr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Initialize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Apply Hadamard Gates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Uniform Superposition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Oracle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Marks ∣1101⟩ by by phase inversion ∣1101⟩→−∣1101⟩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Diffusion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Reflects amplitudes around the average amplitude.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2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Char char="►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This increases the amplitude of the marked state.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Repeat k times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"/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  <a:ea typeface="WenQuanYi Zen Hei"/>
              </a:rPr>
              <a:t>Measurement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385200"/>
            <a:ext cx="907020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Circuit Implementation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="504000" y="1326600"/>
          <a:ext cx="9071280" cy="32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pic>
        <p:nvPicPr>
          <p:cNvPr id="21" name="" descr=""/>
          <p:cNvPicPr/>
          <p:nvPr/>
        </p:nvPicPr>
        <p:blipFill>
          <a:blip r:embed="rId2"/>
          <a:stretch/>
        </p:blipFill>
        <p:spPr>
          <a:xfrm>
            <a:off x="0" y="1303560"/>
            <a:ext cx="10080000" cy="3725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85200"/>
            <a:ext cx="907020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Circuit Implementation Next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search qubits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ancilla qubit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Auxiliary ancilla qubits for multi-controlled operations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Oracle circuit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Diffusion operator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Measurement circuit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385200"/>
            <a:ext cx="907020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Collected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Probability of the marked state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Marked-state amplitude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Average amplitude of the search register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Real component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Imaginary component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85560"/>
            <a:ext cx="907020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Measurement Outcome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143000" y="1371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1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 descr=""/>
          <p:cNvPicPr/>
          <p:nvPr/>
        </p:nvPicPr>
        <p:blipFill>
          <a:blip r:embed="rId1"/>
          <a:stretch/>
        </p:blipFill>
        <p:spPr>
          <a:xfrm>
            <a:off x="228600" y="1371600"/>
            <a:ext cx="9372600" cy="365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62880"/>
            <a:ext cx="9070200" cy="67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Results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rmAutofit/>
          </a:bodyPr>
          <a:p>
            <a:pPr marL="432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Probability and Real Amplitudes and Imaginary Components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1641240" y="1600200"/>
            <a:ext cx="6816600" cy="320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72720"/>
            <a:ext cx="9070200" cy="1250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Probability, Real Amplitudes and Imaginary Components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green curve represents the probability of measuring the marked state (|1101&gt;).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red curve represents the real amplitude of the marked state.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purple curve represents the average real amplitude of the search register.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probability of the marked state increases rapidly after successive Grover iterations.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Beyond the optimal number of iterations, the probability decreases due to the oscillatory nature of Grover's algorithm.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Imaginary amplitudes remain approximately zero throughout the computation.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confirms that the implementation behaves as expected.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evolution occurs almost entirely in the real amplitude space.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72720"/>
            <a:ext cx="9070200" cy="125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Way Forward and Learning outcomes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Understood the working principle of Grover's Search Algorithm.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Learned Oracle construction.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Learned the Diffusion operator.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Understood amplitude amplification.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Analysed measurement statistics.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Extend the implementation to multiple marked states.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Increase the search space using more qubits.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Compare the algorithm with classical search methods.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4000" y="385200"/>
            <a:ext cx="907020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References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Qiskit Documentation.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Lov Grover, A Fast Quantum Mechanical Algorithm for Database Search.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Application>LibreOffice/25.2.5.2$Linux_X86_64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2026-07-04T21:11:20Z</dcterms:created>
  <dc:creator/>
  <dc:description/>
  <dc:language>en-US</dc:language>
  <cp:lastModifiedBy/>
  <dcterms:modified xsi:type="dcterms:W3CDTF">2026-07-05T11:26:19Z</dcterms:modified>
  <cp:revision>43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